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E345A"/>
                </a:solidFill>
              </a:defRPr>
            </a:pPr>
            <a:r>
              <a:t>MasterGrade Academy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E65100"/>
                </a:solidFill>
              </a:defRPr>
            </a:pPr>
            <a:r>
              <a:t>Next-Generation Digital Infrastructure for Modern Cricket Academies</a:t>
            </a:r>
          </a:p>
          <a:p>
            <a:r>
              <a:t>Prepared for Pitch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E345A"/>
                </a:solidFill>
              </a:defRPr>
            </a:pPr>
            <a:r>
              <a:t>The Challenge vs. The MasterGrade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Challenges in Cricket Academies:</a:t>
            </a:r>
          </a:p>
          <a:p>
            <a:pPr lvl="1"/>
            <a:r>
              <a:t>• Manual attendance tracking via paper registers.</a:t>
            </a:r>
          </a:p>
          <a:p>
            <a:pPr lvl="1"/>
            <a:r>
              <a:t>• Unstructured fee collection &amp; poor tracking.</a:t>
            </a:r>
          </a:p>
          <a:p>
            <a:pPr lvl="1"/>
            <a:r>
              <a:t>• Zero historical performance data for players.</a:t>
            </a:r>
          </a:p>
          <a:p>
            <a:br/>
            <a:pPr>
              <a:defRPr b="1"/>
            </a:pPr>
            <a:r>
              <a:t>The MasterGrade Solution:</a:t>
            </a:r>
          </a:p>
          <a:p>
            <a:pPr lvl="1"/>
            <a:r>
              <a:t>• 100% digital coach dashboards for attendance &amp; squad management.</a:t>
            </a:r>
          </a:p>
          <a:p>
            <a:pPr lvl="1"/>
            <a:r>
              <a:t>• Automated fee collection &amp; invoicing via Razorpay integration.</a:t>
            </a:r>
          </a:p>
          <a:p>
            <a:pPr lvl="1"/>
            <a:r>
              <a:t>• A digital 'Student Passport' displaying lifetime cricket statistics.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E345A"/>
                </a:solidFill>
              </a:defRPr>
            </a:pPr>
            <a:r>
              <a:t>Coach Dashboard: Seamless Squad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coaches to focus on the game, not paperwork:</a:t>
            </a:r>
          </a:p>
          <a:p>
            <a:pPr lvl="1"/>
            <a:r>
              <a:t>• Auto-Categorization: Players automatically grouped into U12, U14, U16, U19, and U23 squads.</a:t>
            </a:r>
          </a:p>
          <a:p>
            <a:pPr lvl="1"/>
            <a:r>
              <a:t>• One-Click Attendance: Mark daily attendance in seconds directly from a mobile device.</a:t>
            </a:r>
          </a:p>
          <a:p>
            <a:pPr lvl="1"/>
            <a:r>
              <a:t>• Leave Tracking: Record medical leaves, match days, and absent remarks easily.</a:t>
            </a:r>
          </a:p>
          <a:p>
            <a:pPr>
              <a:defRPr i="1">
                <a:solidFill>
                  <a:srgbClr val="E65100"/>
                </a:solidFill>
              </a:defRPr>
            </a:pPr>
            <a:r>
              <a:t>• Note: Insert screenshot of Coach Jane's dashboard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E345A"/>
                </a:solidFill>
              </a:defRPr>
            </a:pPr>
            <a:r>
              <a:t>Detailed Cricket 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development for every player:</a:t>
            </a:r>
          </a:p>
          <a:p>
            <a:pPr lvl="1"/>
            <a:r>
              <a:t>• Metric-Based Grading: Track performance out of 100.</a:t>
            </a:r>
          </a:p>
          <a:p>
            <a:pPr lvl="1"/>
            <a:r>
              <a:t>• Granular Categories: Separate grades for Batting, Bowling, Fielding, Technique, and Fitness.</a:t>
            </a:r>
          </a:p>
          <a:p>
            <a:pPr lvl="1"/>
            <a:r>
              <a:t>• Coach Remarks: Direct feedback from coaches (e.g., 'Needs work against short-pitch deliveries').</a:t>
            </a:r>
          </a:p>
          <a:p>
            <a:pPr>
              <a:defRPr i="1">
                <a:solidFill>
                  <a:srgbClr val="E65100"/>
                </a:solidFill>
              </a:defRPr>
            </a:pPr>
            <a:r>
              <a:t>• Note: Insert screenshot of the Performance Report module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E345A"/>
                </a:solidFill>
              </a:defRPr>
            </a:pPr>
            <a:r>
              <a:t>The Digital 'Student Passport'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dedicated portal for players and parents:</a:t>
            </a:r>
          </a:p>
          <a:p>
            <a:pPr lvl="1"/>
            <a:r>
              <a:t>• Lifetime History: View all historical data since enrollment.</a:t>
            </a:r>
          </a:p>
          <a:p>
            <a:pPr lvl="1"/>
            <a:r>
              <a:t>• Event Registrations: Sign up for summer camps and district tournaments directly.</a:t>
            </a:r>
          </a:p>
          <a:p>
            <a:pPr lvl="1"/>
            <a:r>
              <a:t>• Kit Management: Track requests for bats, pads, helmets, and jerseys.</a:t>
            </a:r>
          </a:p>
          <a:p>
            <a:pPr>
              <a:defRPr i="1">
                <a:solidFill>
                  <a:srgbClr val="E65100"/>
                </a:solidFill>
              </a:defRPr>
            </a:pPr>
            <a:r>
              <a:t>• Note: Insert screenshot of SNK's Student Passport profile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E345A"/>
                </a:solidFill>
              </a:defRPr>
            </a:pPr>
            <a:r>
              <a:t>Integrated Fee Management &amp;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consistent revenue streams for the academy:</a:t>
            </a:r>
          </a:p>
          <a:p>
            <a:pPr lvl="1"/>
            <a:r>
              <a:t>• Live Razorpay Integration: Accept UPI, Credit Cards, and Netbanking.</a:t>
            </a:r>
          </a:p>
          <a:p>
            <a:pPr lvl="1"/>
            <a:r>
              <a:t>• Automated Receipts: Instant digital receipts generation upon successful payment.</a:t>
            </a:r>
          </a:p>
          <a:p>
            <a:pPr lvl="1"/>
            <a:r>
              <a:t>• Pending Dues Tracking: Instantly see who has paid and who has outstanding monthly/quarterly fees.</a:t>
            </a:r>
          </a:p>
          <a:p>
            <a:pPr>
              <a:defRPr i="1">
                <a:solidFill>
                  <a:srgbClr val="E65100"/>
                </a:solidFill>
              </a:defRPr>
            </a:pPr>
            <a:r>
              <a:t>• Note: Insert screenshot of the Fee Payment History/Razorpay modal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E345A"/>
                </a:solidFill>
              </a:defRPr>
            </a:pPr>
            <a:r>
              <a:t>Ready to Transform Your Academy?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Let's digitize your entire workflow.</a:t>
            </a:r>
          </a:p>
          <a:p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